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88000" cy="10275570"/>
          </a:xfrm>
          <a:custGeom>
            <a:avLst/>
            <a:gdLst/>
            <a:ahLst/>
            <a:cxnLst/>
            <a:rect r="r" b="b" t="t" l="l"/>
            <a:pathLst>
              <a:path h="10275570" w="1828800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10157" y="7510653"/>
            <a:ext cx="1800225" cy="686943"/>
            <a:chOff x="0" y="0"/>
            <a:chExt cx="2000250" cy="7632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800" y="50800"/>
              <a:ext cx="1900061" cy="662066"/>
            </a:xfrm>
            <a:custGeom>
              <a:avLst/>
              <a:gdLst/>
              <a:ahLst/>
              <a:cxnLst/>
              <a:rect r="r" b="b" t="t" l="l"/>
              <a:pathLst>
                <a:path h="662066" w="1900061">
                  <a:moveTo>
                    <a:pt x="0" y="176530"/>
                  </a:moveTo>
                  <a:cubicBezTo>
                    <a:pt x="3810" y="151130"/>
                    <a:pt x="5080" y="146050"/>
                    <a:pt x="8890" y="139700"/>
                  </a:cubicBezTo>
                  <a:cubicBezTo>
                    <a:pt x="11430" y="134620"/>
                    <a:pt x="15240" y="129540"/>
                    <a:pt x="19050" y="124460"/>
                  </a:cubicBezTo>
                  <a:cubicBezTo>
                    <a:pt x="22860" y="119380"/>
                    <a:pt x="27940" y="115570"/>
                    <a:pt x="33020" y="111760"/>
                  </a:cubicBezTo>
                  <a:cubicBezTo>
                    <a:pt x="38100" y="107950"/>
                    <a:pt x="43180" y="105410"/>
                    <a:pt x="49530" y="102870"/>
                  </a:cubicBezTo>
                  <a:cubicBezTo>
                    <a:pt x="55880" y="100330"/>
                    <a:pt x="60960" y="99060"/>
                    <a:pt x="67310" y="99060"/>
                  </a:cubicBezTo>
                  <a:cubicBezTo>
                    <a:pt x="73660" y="97790"/>
                    <a:pt x="80010" y="97790"/>
                    <a:pt x="86360" y="97790"/>
                  </a:cubicBezTo>
                  <a:cubicBezTo>
                    <a:pt x="92710" y="99060"/>
                    <a:pt x="99060" y="100330"/>
                    <a:pt x="104140" y="102870"/>
                  </a:cubicBezTo>
                  <a:cubicBezTo>
                    <a:pt x="110490" y="105410"/>
                    <a:pt x="116840" y="107950"/>
                    <a:pt x="121920" y="111760"/>
                  </a:cubicBezTo>
                  <a:cubicBezTo>
                    <a:pt x="127000" y="114300"/>
                    <a:pt x="130810" y="119380"/>
                    <a:pt x="135890" y="123190"/>
                  </a:cubicBezTo>
                  <a:cubicBezTo>
                    <a:pt x="139700" y="128270"/>
                    <a:pt x="143510" y="134620"/>
                    <a:pt x="146050" y="139700"/>
                  </a:cubicBezTo>
                  <a:cubicBezTo>
                    <a:pt x="148590" y="143510"/>
                    <a:pt x="147320" y="149860"/>
                    <a:pt x="151130" y="151130"/>
                  </a:cubicBezTo>
                  <a:cubicBezTo>
                    <a:pt x="160020" y="153670"/>
                    <a:pt x="195580" y="99060"/>
                    <a:pt x="222250" y="90170"/>
                  </a:cubicBezTo>
                  <a:cubicBezTo>
                    <a:pt x="250190" y="80010"/>
                    <a:pt x="288290" y="85090"/>
                    <a:pt x="318770" y="95250"/>
                  </a:cubicBezTo>
                  <a:cubicBezTo>
                    <a:pt x="347980" y="105410"/>
                    <a:pt x="375920" y="151130"/>
                    <a:pt x="400050" y="151130"/>
                  </a:cubicBezTo>
                  <a:cubicBezTo>
                    <a:pt x="419100" y="149860"/>
                    <a:pt x="430530" y="120650"/>
                    <a:pt x="450850" y="110490"/>
                  </a:cubicBezTo>
                  <a:cubicBezTo>
                    <a:pt x="473710" y="99060"/>
                    <a:pt x="502920" y="90170"/>
                    <a:pt x="530860" y="91440"/>
                  </a:cubicBezTo>
                  <a:cubicBezTo>
                    <a:pt x="560070" y="92710"/>
                    <a:pt x="609600" y="113030"/>
                    <a:pt x="621030" y="121920"/>
                  </a:cubicBezTo>
                  <a:cubicBezTo>
                    <a:pt x="624840" y="124460"/>
                    <a:pt x="626110" y="129540"/>
                    <a:pt x="626110" y="129540"/>
                  </a:cubicBezTo>
                  <a:cubicBezTo>
                    <a:pt x="627380" y="129540"/>
                    <a:pt x="627380" y="127000"/>
                    <a:pt x="627380" y="127000"/>
                  </a:cubicBezTo>
                  <a:cubicBezTo>
                    <a:pt x="627380" y="127000"/>
                    <a:pt x="631190" y="121920"/>
                    <a:pt x="632460" y="118110"/>
                  </a:cubicBezTo>
                  <a:cubicBezTo>
                    <a:pt x="633730" y="111760"/>
                    <a:pt x="631190" y="91440"/>
                    <a:pt x="631190" y="91440"/>
                  </a:cubicBezTo>
                  <a:cubicBezTo>
                    <a:pt x="631190" y="90170"/>
                    <a:pt x="631190" y="83820"/>
                    <a:pt x="632460" y="80010"/>
                  </a:cubicBezTo>
                  <a:cubicBezTo>
                    <a:pt x="632460" y="76200"/>
                    <a:pt x="633730" y="68580"/>
                    <a:pt x="633730" y="68580"/>
                  </a:cubicBezTo>
                  <a:cubicBezTo>
                    <a:pt x="633730" y="68580"/>
                    <a:pt x="636270" y="62230"/>
                    <a:pt x="637540" y="58420"/>
                  </a:cubicBezTo>
                  <a:cubicBezTo>
                    <a:pt x="638810" y="55880"/>
                    <a:pt x="641350" y="48260"/>
                    <a:pt x="641350" y="48260"/>
                  </a:cubicBezTo>
                  <a:cubicBezTo>
                    <a:pt x="641350" y="48260"/>
                    <a:pt x="645160" y="41910"/>
                    <a:pt x="647700" y="39370"/>
                  </a:cubicBezTo>
                  <a:cubicBezTo>
                    <a:pt x="650240" y="36830"/>
                    <a:pt x="654050" y="30480"/>
                    <a:pt x="654050" y="30480"/>
                  </a:cubicBezTo>
                  <a:cubicBezTo>
                    <a:pt x="654050" y="30480"/>
                    <a:pt x="659130" y="25400"/>
                    <a:pt x="661670" y="22860"/>
                  </a:cubicBezTo>
                  <a:cubicBezTo>
                    <a:pt x="664210" y="20320"/>
                    <a:pt x="670560" y="16510"/>
                    <a:pt x="670560" y="15240"/>
                  </a:cubicBezTo>
                  <a:cubicBezTo>
                    <a:pt x="670560" y="15240"/>
                    <a:pt x="676910" y="12700"/>
                    <a:pt x="680720" y="10160"/>
                  </a:cubicBezTo>
                  <a:cubicBezTo>
                    <a:pt x="683260" y="8890"/>
                    <a:pt x="689610" y="6350"/>
                    <a:pt x="689610" y="5080"/>
                  </a:cubicBezTo>
                  <a:cubicBezTo>
                    <a:pt x="689610" y="5080"/>
                    <a:pt x="697230" y="3810"/>
                    <a:pt x="701040" y="2540"/>
                  </a:cubicBezTo>
                  <a:cubicBezTo>
                    <a:pt x="703580" y="2540"/>
                    <a:pt x="711200" y="0"/>
                    <a:pt x="711200" y="0"/>
                  </a:cubicBezTo>
                  <a:cubicBezTo>
                    <a:pt x="711200" y="0"/>
                    <a:pt x="718820" y="0"/>
                    <a:pt x="722630" y="0"/>
                  </a:cubicBezTo>
                  <a:cubicBezTo>
                    <a:pt x="726440" y="0"/>
                    <a:pt x="732790" y="0"/>
                    <a:pt x="732790" y="0"/>
                  </a:cubicBezTo>
                  <a:cubicBezTo>
                    <a:pt x="734060" y="0"/>
                    <a:pt x="740410" y="2540"/>
                    <a:pt x="744220" y="3810"/>
                  </a:cubicBezTo>
                  <a:cubicBezTo>
                    <a:pt x="748030" y="3810"/>
                    <a:pt x="754380" y="6350"/>
                    <a:pt x="754380" y="6350"/>
                  </a:cubicBezTo>
                  <a:cubicBezTo>
                    <a:pt x="754380" y="6350"/>
                    <a:pt x="760730" y="8890"/>
                    <a:pt x="764540" y="11430"/>
                  </a:cubicBezTo>
                  <a:cubicBezTo>
                    <a:pt x="767080" y="12700"/>
                    <a:pt x="773430" y="16510"/>
                    <a:pt x="774700" y="16510"/>
                  </a:cubicBezTo>
                  <a:cubicBezTo>
                    <a:pt x="774700" y="16510"/>
                    <a:pt x="779780" y="21590"/>
                    <a:pt x="782320" y="24130"/>
                  </a:cubicBezTo>
                  <a:cubicBezTo>
                    <a:pt x="784860" y="25400"/>
                    <a:pt x="789940" y="30480"/>
                    <a:pt x="791210" y="30480"/>
                  </a:cubicBezTo>
                  <a:cubicBezTo>
                    <a:pt x="791210" y="30480"/>
                    <a:pt x="795020" y="36830"/>
                    <a:pt x="796290" y="39370"/>
                  </a:cubicBezTo>
                  <a:cubicBezTo>
                    <a:pt x="798830" y="43180"/>
                    <a:pt x="802640" y="49530"/>
                    <a:pt x="802640" y="49530"/>
                  </a:cubicBezTo>
                  <a:cubicBezTo>
                    <a:pt x="802640" y="49530"/>
                    <a:pt x="805180" y="55880"/>
                    <a:pt x="806450" y="59690"/>
                  </a:cubicBezTo>
                  <a:cubicBezTo>
                    <a:pt x="807720" y="62230"/>
                    <a:pt x="810260" y="69850"/>
                    <a:pt x="810260" y="69850"/>
                  </a:cubicBezTo>
                  <a:cubicBezTo>
                    <a:pt x="810260" y="69850"/>
                    <a:pt x="811530" y="77470"/>
                    <a:pt x="811530" y="80010"/>
                  </a:cubicBezTo>
                  <a:cubicBezTo>
                    <a:pt x="812800" y="83820"/>
                    <a:pt x="812800" y="87630"/>
                    <a:pt x="812800" y="91440"/>
                  </a:cubicBezTo>
                  <a:cubicBezTo>
                    <a:pt x="814070" y="96520"/>
                    <a:pt x="816610" y="101600"/>
                    <a:pt x="816610" y="106680"/>
                  </a:cubicBezTo>
                  <a:cubicBezTo>
                    <a:pt x="817880" y="109220"/>
                    <a:pt x="814070" y="113030"/>
                    <a:pt x="816610" y="115570"/>
                  </a:cubicBezTo>
                  <a:cubicBezTo>
                    <a:pt x="821690" y="121920"/>
                    <a:pt x="845820" y="123190"/>
                    <a:pt x="863600" y="127000"/>
                  </a:cubicBezTo>
                  <a:cubicBezTo>
                    <a:pt x="886460" y="132080"/>
                    <a:pt x="913130" y="142240"/>
                    <a:pt x="939800" y="140970"/>
                  </a:cubicBezTo>
                  <a:cubicBezTo>
                    <a:pt x="967740" y="140970"/>
                    <a:pt x="996950" y="127000"/>
                    <a:pt x="1027430" y="121920"/>
                  </a:cubicBezTo>
                  <a:cubicBezTo>
                    <a:pt x="1059180" y="115570"/>
                    <a:pt x="1096010" y="111760"/>
                    <a:pt x="1126490" y="109220"/>
                  </a:cubicBezTo>
                  <a:cubicBezTo>
                    <a:pt x="1154430" y="107950"/>
                    <a:pt x="1178560" y="106680"/>
                    <a:pt x="1203960" y="109220"/>
                  </a:cubicBezTo>
                  <a:cubicBezTo>
                    <a:pt x="1230630" y="113030"/>
                    <a:pt x="1257300" y="123190"/>
                    <a:pt x="1283970" y="129540"/>
                  </a:cubicBezTo>
                  <a:cubicBezTo>
                    <a:pt x="1310640" y="135890"/>
                    <a:pt x="1339850" y="142240"/>
                    <a:pt x="1365250" y="148590"/>
                  </a:cubicBezTo>
                  <a:cubicBezTo>
                    <a:pt x="1388110" y="154940"/>
                    <a:pt x="1424940" y="170180"/>
                    <a:pt x="1428750" y="167640"/>
                  </a:cubicBezTo>
                  <a:cubicBezTo>
                    <a:pt x="1428750" y="167640"/>
                    <a:pt x="1427480" y="166370"/>
                    <a:pt x="1427480" y="165100"/>
                  </a:cubicBezTo>
                  <a:cubicBezTo>
                    <a:pt x="1427480" y="162560"/>
                    <a:pt x="1424940" y="154940"/>
                    <a:pt x="1424940" y="153670"/>
                  </a:cubicBezTo>
                  <a:cubicBezTo>
                    <a:pt x="1424940" y="153670"/>
                    <a:pt x="1424940" y="147320"/>
                    <a:pt x="1424940" y="143510"/>
                  </a:cubicBezTo>
                  <a:cubicBezTo>
                    <a:pt x="1424940" y="139700"/>
                    <a:pt x="1424940" y="132080"/>
                    <a:pt x="1424940" y="132080"/>
                  </a:cubicBezTo>
                  <a:cubicBezTo>
                    <a:pt x="1424940" y="132080"/>
                    <a:pt x="1427480" y="124460"/>
                    <a:pt x="1427480" y="121920"/>
                  </a:cubicBezTo>
                  <a:cubicBezTo>
                    <a:pt x="1428750" y="118110"/>
                    <a:pt x="1431290" y="110490"/>
                    <a:pt x="1431290" y="110490"/>
                  </a:cubicBezTo>
                  <a:cubicBezTo>
                    <a:pt x="1431290" y="110490"/>
                    <a:pt x="1433830" y="104140"/>
                    <a:pt x="1436370" y="100330"/>
                  </a:cubicBezTo>
                  <a:cubicBezTo>
                    <a:pt x="1437640" y="97790"/>
                    <a:pt x="1441450" y="91440"/>
                    <a:pt x="1441450" y="91440"/>
                  </a:cubicBezTo>
                  <a:cubicBezTo>
                    <a:pt x="1441450" y="91440"/>
                    <a:pt x="1446530" y="85090"/>
                    <a:pt x="1449070" y="82550"/>
                  </a:cubicBezTo>
                  <a:cubicBezTo>
                    <a:pt x="1451610" y="80010"/>
                    <a:pt x="1456690" y="74930"/>
                    <a:pt x="1456690" y="74930"/>
                  </a:cubicBezTo>
                  <a:cubicBezTo>
                    <a:pt x="1456690" y="74930"/>
                    <a:pt x="1461770" y="71120"/>
                    <a:pt x="1465580" y="68580"/>
                  </a:cubicBezTo>
                  <a:cubicBezTo>
                    <a:pt x="1468120" y="66040"/>
                    <a:pt x="1474470" y="62230"/>
                    <a:pt x="1474470" y="62230"/>
                  </a:cubicBezTo>
                  <a:cubicBezTo>
                    <a:pt x="1474470" y="62230"/>
                    <a:pt x="1480820" y="59690"/>
                    <a:pt x="1484630" y="58420"/>
                  </a:cubicBezTo>
                  <a:cubicBezTo>
                    <a:pt x="1488440" y="57150"/>
                    <a:pt x="1494790" y="54610"/>
                    <a:pt x="1494790" y="54610"/>
                  </a:cubicBezTo>
                  <a:cubicBezTo>
                    <a:pt x="1496060" y="54610"/>
                    <a:pt x="1502410" y="53340"/>
                    <a:pt x="1506220" y="53340"/>
                  </a:cubicBezTo>
                  <a:cubicBezTo>
                    <a:pt x="1510030" y="53340"/>
                    <a:pt x="1517650" y="52070"/>
                    <a:pt x="1517650" y="52070"/>
                  </a:cubicBezTo>
                  <a:cubicBezTo>
                    <a:pt x="1517650" y="52070"/>
                    <a:pt x="1548130" y="50800"/>
                    <a:pt x="1567180" y="53340"/>
                  </a:cubicBezTo>
                  <a:cubicBezTo>
                    <a:pt x="1590040" y="57150"/>
                    <a:pt x="1616710" y="67310"/>
                    <a:pt x="1643380" y="73660"/>
                  </a:cubicBezTo>
                  <a:cubicBezTo>
                    <a:pt x="1672590" y="80010"/>
                    <a:pt x="1715770" y="85090"/>
                    <a:pt x="1734820" y="91440"/>
                  </a:cubicBezTo>
                  <a:cubicBezTo>
                    <a:pt x="1743710" y="95250"/>
                    <a:pt x="1750060" y="101600"/>
                    <a:pt x="1753870" y="102870"/>
                  </a:cubicBezTo>
                  <a:cubicBezTo>
                    <a:pt x="1756410" y="102870"/>
                    <a:pt x="1756410" y="101600"/>
                    <a:pt x="1758950" y="102870"/>
                  </a:cubicBezTo>
                  <a:cubicBezTo>
                    <a:pt x="1762760" y="104140"/>
                    <a:pt x="1770380" y="110490"/>
                    <a:pt x="1778000" y="115570"/>
                  </a:cubicBezTo>
                  <a:cubicBezTo>
                    <a:pt x="1789430" y="121920"/>
                    <a:pt x="1817370" y="132080"/>
                    <a:pt x="1818640" y="137160"/>
                  </a:cubicBezTo>
                  <a:cubicBezTo>
                    <a:pt x="1818640" y="138430"/>
                    <a:pt x="1817370" y="139700"/>
                    <a:pt x="1817370" y="140970"/>
                  </a:cubicBezTo>
                  <a:cubicBezTo>
                    <a:pt x="1817370" y="142240"/>
                    <a:pt x="1821180" y="142240"/>
                    <a:pt x="1823720" y="144780"/>
                  </a:cubicBezTo>
                  <a:cubicBezTo>
                    <a:pt x="1833880" y="153670"/>
                    <a:pt x="1866900" y="194310"/>
                    <a:pt x="1879600" y="222250"/>
                  </a:cubicBezTo>
                  <a:cubicBezTo>
                    <a:pt x="1891030" y="248920"/>
                    <a:pt x="1896110" y="279400"/>
                    <a:pt x="1898650" y="309880"/>
                  </a:cubicBezTo>
                  <a:cubicBezTo>
                    <a:pt x="1901190" y="342900"/>
                    <a:pt x="1901190" y="383540"/>
                    <a:pt x="1891030" y="415290"/>
                  </a:cubicBezTo>
                  <a:cubicBezTo>
                    <a:pt x="1879600" y="447040"/>
                    <a:pt x="1855470" y="474980"/>
                    <a:pt x="1832610" y="499110"/>
                  </a:cubicBezTo>
                  <a:cubicBezTo>
                    <a:pt x="1811020" y="523240"/>
                    <a:pt x="1785620" y="543560"/>
                    <a:pt x="1758950" y="557530"/>
                  </a:cubicBezTo>
                  <a:cubicBezTo>
                    <a:pt x="1731010" y="571500"/>
                    <a:pt x="1697990" y="577850"/>
                    <a:pt x="1667510" y="581660"/>
                  </a:cubicBezTo>
                  <a:cubicBezTo>
                    <a:pt x="1638300" y="585470"/>
                    <a:pt x="1609090" y="580390"/>
                    <a:pt x="1579880" y="581660"/>
                  </a:cubicBezTo>
                  <a:cubicBezTo>
                    <a:pt x="1551940" y="582930"/>
                    <a:pt x="1522730" y="586740"/>
                    <a:pt x="1493520" y="588010"/>
                  </a:cubicBezTo>
                  <a:cubicBezTo>
                    <a:pt x="1465580" y="589280"/>
                    <a:pt x="1438910" y="588010"/>
                    <a:pt x="1410970" y="588010"/>
                  </a:cubicBezTo>
                  <a:cubicBezTo>
                    <a:pt x="1381760" y="588010"/>
                    <a:pt x="1353820" y="588010"/>
                    <a:pt x="1325880" y="588010"/>
                  </a:cubicBezTo>
                  <a:cubicBezTo>
                    <a:pt x="1297940" y="588010"/>
                    <a:pt x="1272540" y="588010"/>
                    <a:pt x="1244600" y="588010"/>
                  </a:cubicBezTo>
                  <a:cubicBezTo>
                    <a:pt x="1214120" y="588010"/>
                    <a:pt x="1181100" y="588010"/>
                    <a:pt x="1149350" y="588010"/>
                  </a:cubicBezTo>
                  <a:cubicBezTo>
                    <a:pt x="1117600" y="588010"/>
                    <a:pt x="1085850" y="588010"/>
                    <a:pt x="1052830" y="586740"/>
                  </a:cubicBezTo>
                  <a:cubicBezTo>
                    <a:pt x="1019810" y="586740"/>
                    <a:pt x="985520" y="588010"/>
                    <a:pt x="953770" y="586740"/>
                  </a:cubicBezTo>
                  <a:cubicBezTo>
                    <a:pt x="923290" y="586740"/>
                    <a:pt x="892810" y="586740"/>
                    <a:pt x="864870" y="582930"/>
                  </a:cubicBezTo>
                  <a:cubicBezTo>
                    <a:pt x="838200" y="579120"/>
                    <a:pt x="808990" y="574040"/>
                    <a:pt x="787400" y="565150"/>
                  </a:cubicBezTo>
                  <a:cubicBezTo>
                    <a:pt x="768350" y="556260"/>
                    <a:pt x="754380" y="529590"/>
                    <a:pt x="739140" y="530860"/>
                  </a:cubicBezTo>
                  <a:cubicBezTo>
                    <a:pt x="722630" y="532130"/>
                    <a:pt x="712470" y="570230"/>
                    <a:pt x="690880" y="579120"/>
                  </a:cubicBezTo>
                  <a:cubicBezTo>
                    <a:pt x="665480" y="590550"/>
                    <a:pt x="605790" y="568960"/>
                    <a:pt x="591820" y="581660"/>
                  </a:cubicBezTo>
                  <a:cubicBezTo>
                    <a:pt x="582930" y="590550"/>
                    <a:pt x="595630" y="610870"/>
                    <a:pt x="586740" y="622300"/>
                  </a:cubicBezTo>
                  <a:cubicBezTo>
                    <a:pt x="574040" y="640080"/>
                    <a:pt x="529590" y="657860"/>
                    <a:pt x="500380" y="661670"/>
                  </a:cubicBezTo>
                  <a:cubicBezTo>
                    <a:pt x="472440" y="664210"/>
                    <a:pt x="443230" y="654050"/>
                    <a:pt x="417830" y="645160"/>
                  </a:cubicBezTo>
                  <a:cubicBezTo>
                    <a:pt x="393700" y="636270"/>
                    <a:pt x="372110" y="623570"/>
                    <a:pt x="351790" y="607060"/>
                  </a:cubicBezTo>
                  <a:cubicBezTo>
                    <a:pt x="328930" y="588010"/>
                    <a:pt x="303530" y="561340"/>
                    <a:pt x="289560" y="537210"/>
                  </a:cubicBezTo>
                  <a:cubicBezTo>
                    <a:pt x="278130" y="518160"/>
                    <a:pt x="278130" y="481330"/>
                    <a:pt x="266700" y="478790"/>
                  </a:cubicBezTo>
                  <a:cubicBezTo>
                    <a:pt x="254000" y="476250"/>
                    <a:pt x="236220" y="519430"/>
                    <a:pt x="214630" y="530860"/>
                  </a:cubicBezTo>
                  <a:cubicBezTo>
                    <a:pt x="190500" y="543560"/>
                    <a:pt x="153670" y="551180"/>
                    <a:pt x="125730" y="547370"/>
                  </a:cubicBezTo>
                  <a:cubicBezTo>
                    <a:pt x="96520" y="543560"/>
                    <a:pt x="62230" y="530860"/>
                    <a:pt x="43180" y="509270"/>
                  </a:cubicBezTo>
                  <a:cubicBezTo>
                    <a:pt x="22860" y="486410"/>
                    <a:pt x="12700" y="439420"/>
                    <a:pt x="11430" y="408940"/>
                  </a:cubicBezTo>
                  <a:cubicBezTo>
                    <a:pt x="10160" y="381000"/>
                    <a:pt x="27940" y="358140"/>
                    <a:pt x="29210" y="332740"/>
                  </a:cubicBezTo>
                  <a:cubicBezTo>
                    <a:pt x="30480" y="306070"/>
                    <a:pt x="21590" y="276860"/>
                    <a:pt x="16510" y="252730"/>
                  </a:cubicBezTo>
                  <a:cubicBezTo>
                    <a:pt x="12700" y="231140"/>
                    <a:pt x="5080" y="208280"/>
                    <a:pt x="2540" y="194310"/>
                  </a:cubicBezTo>
                  <a:cubicBezTo>
                    <a:pt x="0" y="186690"/>
                    <a:pt x="0" y="176530"/>
                    <a:pt x="0" y="17653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544193" y="7975854"/>
            <a:ext cx="227457" cy="221742"/>
            <a:chOff x="0" y="0"/>
            <a:chExt cx="252730" cy="2463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0604" y="50746"/>
              <a:ext cx="148786" cy="148603"/>
            </a:xfrm>
            <a:custGeom>
              <a:avLst/>
              <a:gdLst/>
              <a:ahLst/>
              <a:cxnLst/>
              <a:rect r="r" b="b" t="t" l="l"/>
              <a:pathLst>
                <a:path h="148603" w="148786">
                  <a:moveTo>
                    <a:pt x="148786" y="52124"/>
                  </a:moveTo>
                  <a:cubicBezTo>
                    <a:pt x="144976" y="105464"/>
                    <a:pt x="125926" y="135944"/>
                    <a:pt x="106876" y="144834"/>
                  </a:cubicBezTo>
                  <a:cubicBezTo>
                    <a:pt x="87826" y="152454"/>
                    <a:pt x="53536" y="147374"/>
                    <a:pt x="35756" y="139754"/>
                  </a:cubicBezTo>
                  <a:cubicBezTo>
                    <a:pt x="24326" y="134674"/>
                    <a:pt x="16706" y="124514"/>
                    <a:pt x="10356" y="114354"/>
                  </a:cubicBezTo>
                  <a:cubicBezTo>
                    <a:pt x="4006" y="104194"/>
                    <a:pt x="-1074" y="92764"/>
                    <a:pt x="196" y="78794"/>
                  </a:cubicBezTo>
                  <a:cubicBezTo>
                    <a:pt x="1466" y="61014"/>
                    <a:pt x="15436" y="27994"/>
                    <a:pt x="29406" y="15294"/>
                  </a:cubicBezTo>
                  <a:cubicBezTo>
                    <a:pt x="38296" y="5134"/>
                    <a:pt x="48456" y="54"/>
                    <a:pt x="62426" y="54"/>
                  </a:cubicBezTo>
                  <a:cubicBezTo>
                    <a:pt x="80206" y="-1216"/>
                    <a:pt x="129736" y="20374"/>
                    <a:pt x="129736" y="2037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007108" y="7469505"/>
            <a:ext cx="1887093" cy="458343"/>
            <a:chOff x="0" y="0"/>
            <a:chExt cx="2096770" cy="5092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0641" y="46176"/>
              <a:ext cx="1998359" cy="411321"/>
            </a:xfrm>
            <a:custGeom>
              <a:avLst/>
              <a:gdLst/>
              <a:ahLst/>
              <a:cxnLst/>
              <a:rect r="r" b="b" t="t" l="l"/>
              <a:pathLst>
                <a:path h="411321" w="1998359">
                  <a:moveTo>
                    <a:pt x="83979" y="85904"/>
                  </a:moveTo>
                  <a:cubicBezTo>
                    <a:pt x="1044099" y="120194"/>
                    <a:pt x="1261269" y="196394"/>
                    <a:pt x="1408589" y="178614"/>
                  </a:cubicBezTo>
                  <a:cubicBezTo>
                    <a:pt x="1508919" y="167184"/>
                    <a:pt x="1587659" y="106224"/>
                    <a:pt x="1653699" y="85904"/>
                  </a:cubicBezTo>
                  <a:cubicBezTo>
                    <a:pt x="1695609" y="73204"/>
                    <a:pt x="1723549" y="64314"/>
                    <a:pt x="1757839" y="60504"/>
                  </a:cubicBezTo>
                  <a:cubicBezTo>
                    <a:pt x="1792129" y="57964"/>
                    <a:pt x="1831499" y="68124"/>
                    <a:pt x="1859439" y="64314"/>
                  </a:cubicBezTo>
                  <a:cubicBezTo>
                    <a:pt x="1882299" y="61774"/>
                    <a:pt x="1901349" y="47804"/>
                    <a:pt x="1917859" y="49074"/>
                  </a:cubicBezTo>
                  <a:cubicBezTo>
                    <a:pt x="1931829" y="50344"/>
                    <a:pt x="1945799" y="55424"/>
                    <a:pt x="1955959" y="63044"/>
                  </a:cubicBezTo>
                  <a:cubicBezTo>
                    <a:pt x="1967389" y="70664"/>
                    <a:pt x="1977549" y="79554"/>
                    <a:pt x="1983899" y="93524"/>
                  </a:cubicBezTo>
                  <a:cubicBezTo>
                    <a:pt x="1990249" y="108764"/>
                    <a:pt x="1995329" y="134164"/>
                    <a:pt x="1991519" y="151944"/>
                  </a:cubicBezTo>
                  <a:cubicBezTo>
                    <a:pt x="1987709" y="170994"/>
                    <a:pt x="1959769" y="202744"/>
                    <a:pt x="1958499" y="202744"/>
                  </a:cubicBezTo>
                  <a:cubicBezTo>
                    <a:pt x="1955959" y="201474"/>
                    <a:pt x="1987709" y="122734"/>
                    <a:pt x="1994059" y="124004"/>
                  </a:cubicBezTo>
                  <a:cubicBezTo>
                    <a:pt x="2000409" y="125274"/>
                    <a:pt x="1999139" y="181154"/>
                    <a:pt x="1994059" y="210364"/>
                  </a:cubicBezTo>
                  <a:cubicBezTo>
                    <a:pt x="1988979" y="239574"/>
                    <a:pt x="1975009" y="272594"/>
                    <a:pt x="1959769" y="297994"/>
                  </a:cubicBezTo>
                  <a:cubicBezTo>
                    <a:pt x="1943259" y="323394"/>
                    <a:pt x="1922939" y="344984"/>
                    <a:pt x="1900079" y="362764"/>
                  </a:cubicBezTo>
                  <a:cubicBezTo>
                    <a:pt x="1874679" y="383084"/>
                    <a:pt x="1842929" y="408484"/>
                    <a:pt x="1812449" y="411024"/>
                  </a:cubicBezTo>
                  <a:cubicBezTo>
                    <a:pt x="1780699" y="413564"/>
                    <a:pt x="1742599" y="399594"/>
                    <a:pt x="1710849" y="378004"/>
                  </a:cubicBezTo>
                  <a:cubicBezTo>
                    <a:pt x="1667669" y="347524"/>
                    <a:pt x="1616869" y="272594"/>
                    <a:pt x="1592739" y="226874"/>
                  </a:cubicBezTo>
                  <a:cubicBezTo>
                    <a:pt x="1576229" y="196394"/>
                    <a:pt x="1580039" y="145594"/>
                    <a:pt x="1564799" y="141784"/>
                  </a:cubicBezTo>
                  <a:cubicBezTo>
                    <a:pt x="1550829" y="137974"/>
                    <a:pt x="1531779" y="187504"/>
                    <a:pt x="1508919" y="198934"/>
                  </a:cubicBezTo>
                  <a:cubicBezTo>
                    <a:pt x="1484789" y="210364"/>
                    <a:pt x="1456849" y="200204"/>
                    <a:pt x="1425099" y="206554"/>
                  </a:cubicBezTo>
                  <a:cubicBezTo>
                    <a:pt x="1378109" y="215444"/>
                    <a:pt x="1323499" y="243384"/>
                    <a:pt x="1257459" y="257354"/>
                  </a:cubicBezTo>
                  <a:cubicBezTo>
                    <a:pt x="1167289" y="277674"/>
                    <a:pt x="1051719" y="290374"/>
                    <a:pt x="929799" y="300534"/>
                  </a:cubicBezTo>
                  <a:cubicBezTo>
                    <a:pt x="774859" y="313234"/>
                    <a:pt x="492919" y="350064"/>
                    <a:pt x="404019" y="319584"/>
                  </a:cubicBezTo>
                  <a:cubicBezTo>
                    <a:pt x="368459" y="308154"/>
                    <a:pt x="349409" y="289104"/>
                    <a:pt x="339249" y="266244"/>
                  </a:cubicBezTo>
                  <a:cubicBezTo>
                    <a:pt x="330359" y="243384"/>
                    <a:pt x="336709" y="202744"/>
                    <a:pt x="348139" y="182424"/>
                  </a:cubicBezTo>
                  <a:cubicBezTo>
                    <a:pt x="358299" y="165914"/>
                    <a:pt x="376079" y="153214"/>
                    <a:pt x="393859" y="148134"/>
                  </a:cubicBezTo>
                  <a:cubicBezTo>
                    <a:pt x="410369" y="141784"/>
                    <a:pt x="433229" y="139244"/>
                    <a:pt x="451009" y="146864"/>
                  </a:cubicBezTo>
                  <a:cubicBezTo>
                    <a:pt x="472599" y="157024"/>
                    <a:pt x="500539" y="186234"/>
                    <a:pt x="509429" y="207824"/>
                  </a:cubicBezTo>
                  <a:cubicBezTo>
                    <a:pt x="515779" y="225604"/>
                    <a:pt x="514509" y="248464"/>
                    <a:pt x="506889" y="264974"/>
                  </a:cubicBezTo>
                  <a:cubicBezTo>
                    <a:pt x="495459" y="286564"/>
                    <a:pt x="464979" y="313234"/>
                    <a:pt x="442119" y="319584"/>
                  </a:cubicBezTo>
                  <a:cubicBezTo>
                    <a:pt x="424339" y="325934"/>
                    <a:pt x="402749" y="323394"/>
                    <a:pt x="384969" y="314504"/>
                  </a:cubicBezTo>
                  <a:cubicBezTo>
                    <a:pt x="365919" y="303074"/>
                    <a:pt x="340519" y="270054"/>
                    <a:pt x="334169" y="247194"/>
                  </a:cubicBezTo>
                  <a:cubicBezTo>
                    <a:pt x="329089" y="229414"/>
                    <a:pt x="335439" y="206554"/>
                    <a:pt x="343059" y="191314"/>
                  </a:cubicBezTo>
                  <a:cubicBezTo>
                    <a:pt x="351949" y="174804"/>
                    <a:pt x="365919" y="160834"/>
                    <a:pt x="384969" y="150674"/>
                  </a:cubicBezTo>
                  <a:cubicBezTo>
                    <a:pt x="409099" y="139244"/>
                    <a:pt x="437039" y="140514"/>
                    <a:pt x="480219" y="136704"/>
                  </a:cubicBezTo>
                  <a:cubicBezTo>
                    <a:pt x="565309" y="129084"/>
                    <a:pt x="750729" y="135434"/>
                    <a:pt x="867569" y="127814"/>
                  </a:cubicBezTo>
                  <a:cubicBezTo>
                    <a:pt x="966629" y="121464"/>
                    <a:pt x="1052989" y="113844"/>
                    <a:pt x="1139349" y="98604"/>
                  </a:cubicBezTo>
                  <a:cubicBezTo>
                    <a:pt x="1221899" y="83364"/>
                    <a:pt x="1296829" y="51614"/>
                    <a:pt x="1378109" y="36374"/>
                  </a:cubicBezTo>
                  <a:cubicBezTo>
                    <a:pt x="1461929" y="19864"/>
                    <a:pt x="1577499" y="-11886"/>
                    <a:pt x="1637189" y="4624"/>
                  </a:cubicBezTo>
                  <a:cubicBezTo>
                    <a:pt x="1672749" y="13514"/>
                    <a:pt x="1693069" y="33834"/>
                    <a:pt x="1714659" y="61774"/>
                  </a:cubicBezTo>
                  <a:cubicBezTo>
                    <a:pt x="1745139" y="102414"/>
                    <a:pt x="1759109" y="233224"/>
                    <a:pt x="1781969" y="235764"/>
                  </a:cubicBezTo>
                  <a:cubicBezTo>
                    <a:pt x="1798479" y="237034"/>
                    <a:pt x="1816259" y="190044"/>
                    <a:pt x="1828959" y="163374"/>
                  </a:cubicBezTo>
                  <a:cubicBezTo>
                    <a:pt x="1842929" y="134164"/>
                    <a:pt x="1844199" y="82094"/>
                    <a:pt x="1859439" y="64314"/>
                  </a:cubicBezTo>
                  <a:cubicBezTo>
                    <a:pt x="1870869" y="52884"/>
                    <a:pt x="1883569" y="50344"/>
                    <a:pt x="1897539" y="49074"/>
                  </a:cubicBezTo>
                  <a:cubicBezTo>
                    <a:pt x="1915319" y="47804"/>
                    <a:pt x="1940719" y="54154"/>
                    <a:pt x="1955959" y="63044"/>
                  </a:cubicBezTo>
                  <a:cubicBezTo>
                    <a:pt x="1968659" y="70664"/>
                    <a:pt x="1977549" y="79554"/>
                    <a:pt x="1983899" y="93524"/>
                  </a:cubicBezTo>
                  <a:cubicBezTo>
                    <a:pt x="1990249" y="108764"/>
                    <a:pt x="1994059" y="135434"/>
                    <a:pt x="1991519" y="151944"/>
                  </a:cubicBezTo>
                  <a:cubicBezTo>
                    <a:pt x="1988979" y="165914"/>
                    <a:pt x="1985169" y="178614"/>
                    <a:pt x="1973739" y="188774"/>
                  </a:cubicBezTo>
                  <a:cubicBezTo>
                    <a:pt x="1953419" y="205284"/>
                    <a:pt x="1906429" y="214174"/>
                    <a:pt x="1867059" y="223064"/>
                  </a:cubicBezTo>
                  <a:cubicBezTo>
                    <a:pt x="1820069" y="233224"/>
                    <a:pt x="1755299" y="231954"/>
                    <a:pt x="1707039" y="242114"/>
                  </a:cubicBezTo>
                  <a:cubicBezTo>
                    <a:pt x="1666399" y="251004"/>
                    <a:pt x="1630839" y="263704"/>
                    <a:pt x="1596549" y="277674"/>
                  </a:cubicBezTo>
                  <a:cubicBezTo>
                    <a:pt x="1564799" y="291644"/>
                    <a:pt x="1541939" y="318314"/>
                    <a:pt x="1510189" y="327204"/>
                  </a:cubicBezTo>
                  <a:cubicBezTo>
                    <a:pt x="1477169" y="337364"/>
                    <a:pt x="1451769" y="334824"/>
                    <a:pt x="1402239" y="333554"/>
                  </a:cubicBezTo>
                  <a:cubicBezTo>
                    <a:pt x="1298099" y="331014"/>
                    <a:pt x="1096169" y="289104"/>
                    <a:pt x="909479" y="275134"/>
                  </a:cubicBezTo>
                  <a:cubicBezTo>
                    <a:pt x="666909" y="254814"/>
                    <a:pt x="179229" y="268784"/>
                    <a:pt x="71279" y="240844"/>
                  </a:cubicBezTo>
                  <a:cubicBezTo>
                    <a:pt x="43339" y="234494"/>
                    <a:pt x="33179" y="229414"/>
                    <a:pt x="20479" y="217984"/>
                  </a:cubicBezTo>
                  <a:cubicBezTo>
                    <a:pt x="9049" y="205284"/>
                    <a:pt x="159" y="183694"/>
                    <a:pt x="159" y="167184"/>
                  </a:cubicBezTo>
                  <a:cubicBezTo>
                    <a:pt x="-1111" y="149404"/>
                    <a:pt x="5239" y="127814"/>
                    <a:pt x="17939" y="113844"/>
                  </a:cubicBezTo>
                  <a:cubicBezTo>
                    <a:pt x="31909" y="98604"/>
                    <a:pt x="83979" y="85904"/>
                    <a:pt x="83979" y="8590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067687" y="7507224"/>
            <a:ext cx="1576197" cy="373761"/>
            <a:chOff x="0" y="0"/>
            <a:chExt cx="1751330" cy="4152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0357" y="46848"/>
              <a:ext cx="1651443" cy="318332"/>
            </a:xfrm>
            <a:custGeom>
              <a:avLst/>
              <a:gdLst/>
              <a:ahLst/>
              <a:cxnLst/>
              <a:rect r="r" b="b" t="t" l="l"/>
              <a:pathLst>
                <a:path h="318332" w="1651443">
                  <a:moveTo>
                    <a:pt x="662113" y="58562"/>
                  </a:moveTo>
                  <a:cubicBezTo>
                    <a:pt x="1356803" y="30622"/>
                    <a:pt x="1496503" y="24272"/>
                    <a:pt x="1561273" y="35702"/>
                  </a:cubicBezTo>
                  <a:cubicBezTo>
                    <a:pt x="1589213" y="39512"/>
                    <a:pt x="1605723" y="44592"/>
                    <a:pt x="1619693" y="56022"/>
                  </a:cubicBezTo>
                  <a:cubicBezTo>
                    <a:pt x="1631123" y="63642"/>
                    <a:pt x="1640013" y="75072"/>
                    <a:pt x="1643823" y="89042"/>
                  </a:cubicBezTo>
                  <a:cubicBezTo>
                    <a:pt x="1650173" y="105552"/>
                    <a:pt x="1651443" y="133492"/>
                    <a:pt x="1646363" y="151272"/>
                  </a:cubicBezTo>
                  <a:cubicBezTo>
                    <a:pt x="1642553" y="165242"/>
                    <a:pt x="1633663" y="176672"/>
                    <a:pt x="1623503" y="185562"/>
                  </a:cubicBezTo>
                  <a:cubicBezTo>
                    <a:pt x="1614613" y="195722"/>
                    <a:pt x="1605723" y="200802"/>
                    <a:pt x="1587943" y="207152"/>
                  </a:cubicBezTo>
                  <a:cubicBezTo>
                    <a:pt x="1549843" y="218582"/>
                    <a:pt x="1472373" y="216042"/>
                    <a:pt x="1403793" y="230012"/>
                  </a:cubicBezTo>
                  <a:cubicBezTo>
                    <a:pt x="1312353" y="247792"/>
                    <a:pt x="1177733" y="299862"/>
                    <a:pt x="1087563" y="312562"/>
                  </a:cubicBezTo>
                  <a:cubicBezTo>
                    <a:pt x="1021523" y="322722"/>
                    <a:pt x="964373" y="316372"/>
                    <a:pt x="914843" y="316372"/>
                  </a:cubicBezTo>
                  <a:cubicBezTo>
                    <a:pt x="880553" y="316372"/>
                    <a:pt x="865313" y="320182"/>
                    <a:pt x="823403" y="313832"/>
                  </a:cubicBezTo>
                  <a:cubicBezTo>
                    <a:pt x="730693" y="301132"/>
                    <a:pt x="522413" y="223662"/>
                    <a:pt x="386523" y="202072"/>
                  </a:cubicBezTo>
                  <a:cubicBezTo>
                    <a:pt x="270953" y="184292"/>
                    <a:pt x="114743" y="196992"/>
                    <a:pt x="61403" y="181752"/>
                  </a:cubicBezTo>
                  <a:cubicBezTo>
                    <a:pt x="43623" y="176672"/>
                    <a:pt x="37273" y="172862"/>
                    <a:pt x="27113" y="162702"/>
                  </a:cubicBezTo>
                  <a:cubicBezTo>
                    <a:pt x="15683" y="151272"/>
                    <a:pt x="4253" y="127142"/>
                    <a:pt x="443" y="110632"/>
                  </a:cubicBezTo>
                  <a:cubicBezTo>
                    <a:pt x="-827" y="97932"/>
                    <a:pt x="443" y="85232"/>
                    <a:pt x="6793" y="72532"/>
                  </a:cubicBezTo>
                  <a:cubicBezTo>
                    <a:pt x="13143" y="57292"/>
                    <a:pt x="30923" y="38242"/>
                    <a:pt x="44893" y="29352"/>
                  </a:cubicBezTo>
                  <a:cubicBezTo>
                    <a:pt x="57593" y="21732"/>
                    <a:pt x="69023" y="17922"/>
                    <a:pt x="82993" y="20462"/>
                  </a:cubicBezTo>
                  <a:cubicBezTo>
                    <a:pt x="104583" y="24272"/>
                    <a:pt x="124903" y="56022"/>
                    <a:pt x="155383" y="64912"/>
                  </a:cubicBezTo>
                  <a:cubicBezTo>
                    <a:pt x="197293" y="77612"/>
                    <a:pt x="254443" y="71262"/>
                    <a:pt x="314133" y="71262"/>
                  </a:cubicBezTo>
                  <a:cubicBezTo>
                    <a:pt x="392873" y="71262"/>
                    <a:pt x="507173" y="69992"/>
                    <a:pt x="587183" y="62372"/>
                  </a:cubicBezTo>
                  <a:cubicBezTo>
                    <a:pt x="649413" y="56022"/>
                    <a:pt x="683703" y="43322"/>
                    <a:pt x="752283" y="34432"/>
                  </a:cubicBezTo>
                  <a:cubicBezTo>
                    <a:pt x="864043" y="21732"/>
                    <a:pt x="1073593" y="9032"/>
                    <a:pt x="1192973" y="5222"/>
                  </a:cubicBezTo>
                  <a:cubicBezTo>
                    <a:pt x="1274253" y="1412"/>
                    <a:pt x="1352993" y="-3668"/>
                    <a:pt x="1398713" y="3952"/>
                  </a:cubicBezTo>
                  <a:cubicBezTo>
                    <a:pt x="1422843" y="7762"/>
                    <a:pt x="1438083" y="9032"/>
                    <a:pt x="1452053" y="21732"/>
                  </a:cubicBezTo>
                  <a:cubicBezTo>
                    <a:pt x="1468563" y="36972"/>
                    <a:pt x="1486343" y="73802"/>
                    <a:pt x="1486343" y="96662"/>
                  </a:cubicBezTo>
                  <a:cubicBezTo>
                    <a:pt x="1487613" y="115712"/>
                    <a:pt x="1477453" y="136032"/>
                    <a:pt x="1466023" y="150002"/>
                  </a:cubicBezTo>
                  <a:cubicBezTo>
                    <a:pt x="1454593" y="162702"/>
                    <a:pt x="1434273" y="175402"/>
                    <a:pt x="1417763" y="179212"/>
                  </a:cubicBezTo>
                  <a:cubicBezTo>
                    <a:pt x="1399983" y="183022"/>
                    <a:pt x="1378393" y="181752"/>
                    <a:pt x="1361883" y="172862"/>
                  </a:cubicBezTo>
                  <a:cubicBezTo>
                    <a:pt x="1341563" y="161432"/>
                    <a:pt x="1314893" y="130952"/>
                    <a:pt x="1311083" y="106822"/>
                  </a:cubicBezTo>
                  <a:cubicBezTo>
                    <a:pt x="1307273" y="82692"/>
                    <a:pt x="1322513" y="45862"/>
                    <a:pt x="1337753" y="28082"/>
                  </a:cubicBezTo>
                  <a:cubicBezTo>
                    <a:pt x="1350453" y="14112"/>
                    <a:pt x="1370773" y="6492"/>
                    <a:pt x="1388553" y="5222"/>
                  </a:cubicBezTo>
                  <a:cubicBezTo>
                    <a:pt x="1406333" y="2682"/>
                    <a:pt x="1429193" y="7762"/>
                    <a:pt x="1444433" y="16652"/>
                  </a:cubicBezTo>
                  <a:cubicBezTo>
                    <a:pt x="1459673" y="25542"/>
                    <a:pt x="1473643" y="43322"/>
                    <a:pt x="1479993" y="59832"/>
                  </a:cubicBezTo>
                  <a:cubicBezTo>
                    <a:pt x="1487613" y="76342"/>
                    <a:pt x="1490153" y="97932"/>
                    <a:pt x="1483803" y="115712"/>
                  </a:cubicBezTo>
                  <a:cubicBezTo>
                    <a:pt x="1476183" y="137302"/>
                    <a:pt x="1463483" y="158892"/>
                    <a:pt x="1426653" y="176672"/>
                  </a:cubicBezTo>
                  <a:cubicBezTo>
                    <a:pt x="1293303" y="237632"/>
                    <a:pt x="545273" y="242712"/>
                    <a:pt x="333183" y="242712"/>
                  </a:cubicBezTo>
                  <a:cubicBezTo>
                    <a:pt x="245553" y="241442"/>
                    <a:pt x="201103" y="245252"/>
                    <a:pt x="146493" y="228742"/>
                  </a:cubicBezTo>
                  <a:cubicBezTo>
                    <a:pt x="100773" y="214772"/>
                    <a:pt x="51243" y="190642"/>
                    <a:pt x="27113" y="162702"/>
                  </a:cubicBezTo>
                  <a:cubicBezTo>
                    <a:pt x="9333" y="142382"/>
                    <a:pt x="-827" y="113172"/>
                    <a:pt x="1713" y="91582"/>
                  </a:cubicBezTo>
                  <a:cubicBezTo>
                    <a:pt x="2983" y="72532"/>
                    <a:pt x="16953" y="52212"/>
                    <a:pt x="28383" y="40782"/>
                  </a:cubicBezTo>
                  <a:cubicBezTo>
                    <a:pt x="38543" y="30622"/>
                    <a:pt x="44893" y="26812"/>
                    <a:pt x="63943" y="23002"/>
                  </a:cubicBezTo>
                  <a:cubicBezTo>
                    <a:pt x="119823" y="10302"/>
                    <a:pt x="295083" y="19192"/>
                    <a:pt x="424623" y="35702"/>
                  </a:cubicBezTo>
                  <a:cubicBezTo>
                    <a:pt x="575753" y="54752"/>
                    <a:pt x="791653" y="130952"/>
                    <a:pt x="914843" y="141112"/>
                  </a:cubicBezTo>
                  <a:cubicBezTo>
                    <a:pt x="988503" y="147462"/>
                    <a:pt x="1024063" y="143652"/>
                    <a:pt x="1092643" y="133492"/>
                  </a:cubicBezTo>
                  <a:cubicBezTo>
                    <a:pt x="1191703" y="119522"/>
                    <a:pt x="1361883" y="61102"/>
                    <a:pt x="1448243" y="45862"/>
                  </a:cubicBezTo>
                  <a:cubicBezTo>
                    <a:pt x="1495233" y="38242"/>
                    <a:pt x="1529523" y="31892"/>
                    <a:pt x="1561273" y="35702"/>
                  </a:cubicBezTo>
                  <a:cubicBezTo>
                    <a:pt x="1584133" y="38242"/>
                    <a:pt x="1604453" y="43322"/>
                    <a:pt x="1619693" y="56022"/>
                  </a:cubicBezTo>
                  <a:cubicBezTo>
                    <a:pt x="1634933" y="67452"/>
                    <a:pt x="1646363" y="91582"/>
                    <a:pt x="1650173" y="109362"/>
                  </a:cubicBezTo>
                  <a:cubicBezTo>
                    <a:pt x="1652713" y="123332"/>
                    <a:pt x="1651443" y="138572"/>
                    <a:pt x="1646363" y="151272"/>
                  </a:cubicBezTo>
                  <a:cubicBezTo>
                    <a:pt x="1642553" y="163972"/>
                    <a:pt x="1633663" y="176672"/>
                    <a:pt x="1623503" y="185562"/>
                  </a:cubicBezTo>
                  <a:cubicBezTo>
                    <a:pt x="1614613" y="195722"/>
                    <a:pt x="1608263" y="200802"/>
                    <a:pt x="1587943" y="207152"/>
                  </a:cubicBezTo>
                  <a:cubicBezTo>
                    <a:pt x="1501583" y="230012"/>
                    <a:pt x="1059623" y="218582"/>
                    <a:pt x="890713" y="218582"/>
                  </a:cubicBezTo>
                  <a:cubicBezTo>
                    <a:pt x="794193" y="219852"/>
                    <a:pt x="711643" y="224932"/>
                    <a:pt x="662113" y="216042"/>
                  </a:cubicBezTo>
                  <a:cubicBezTo>
                    <a:pt x="637983" y="212232"/>
                    <a:pt x="622743" y="205882"/>
                    <a:pt x="610043" y="196992"/>
                  </a:cubicBezTo>
                  <a:cubicBezTo>
                    <a:pt x="599883" y="188102"/>
                    <a:pt x="592263" y="177942"/>
                    <a:pt x="588453" y="165242"/>
                  </a:cubicBezTo>
                  <a:cubicBezTo>
                    <a:pt x="584643" y="150002"/>
                    <a:pt x="583373" y="125872"/>
                    <a:pt x="588453" y="109362"/>
                  </a:cubicBezTo>
                  <a:cubicBezTo>
                    <a:pt x="594803" y="94122"/>
                    <a:pt x="612583" y="76342"/>
                    <a:pt x="626553" y="68722"/>
                  </a:cubicBezTo>
                  <a:cubicBezTo>
                    <a:pt x="636713" y="61102"/>
                    <a:pt x="662113" y="58562"/>
                    <a:pt x="662113" y="58562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706749" y="8404479"/>
            <a:ext cx="894969" cy="261747"/>
            <a:chOff x="0" y="0"/>
            <a:chExt cx="994410" cy="2908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679" y="50800"/>
              <a:ext cx="891823" cy="194900"/>
            </a:xfrm>
            <a:custGeom>
              <a:avLst/>
              <a:gdLst/>
              <a:ahLst/>
              <a:cxnLst/>
              <a:rect r="r" b="b" t="t" l="l"/>
              <a:pathLst>
                <a:path h="194900" w="891823">
                  <a:moveTo>
                    <a:pt x="78861" y="0"/>
                  </a:moveTo>
                  <a:cubicBezTo>
                    <a:pt x="852291" y="63500"/>
                    <a:pt x="858641" y="64770"/>
                    <a:pt x="868801" y="73660"/>
                  </a:cubicBezTo>
                  <a:cubicBezTo>
                    <a:pt x="881501" y="86360"/>
                    <a:pt x="891661" y="114300"/>
                    <a:pt x="891661" y="132080"/>
                  </a:cubicBezTo>
                  <a:cubicBezTo>
                    <a:pt x="890391" y="146050"/>
                    <a:pt x="882771" y="160020"/>
                    <a:pt x="872611" y="170180"/>
                  </a:cubicBezTo>
                  <a:cubicBezTo>
                    <a:pt x="863721" y="179070"/>
                    <a:pt x="849751" y="187960"/>
                    <a:pt x="835781" y="189230"/>
                  </a:cubicBezTo>
                  <a:cubicBezTo>
                    <a:pt x="819271" y="190500"/>
                    <a:pt x="790061" y="180340"/>
                    <a:pt x="777361" y="168910"/>
                  </a:cubicBezTo>
                  <a:cubicBezTo>
                    <a:pt x="767201" y="158750"/>
                    <a:pt x="762121" y="143510"/>
                    <a:pt x="760851" y="130810"/>
                  </a:cubicBezTo>
                  <a:cubicBezTo>
                    <a:pt x="759581" y="116840"/>
                    <a:pt x="762121" y="100330"/>
                    <a:pt x="769741" y="88900"/>
                  </a:cubicBezTo>
                  <a:cubicBezTo>
                    <a:pt x="779901" y="76200"/>
                    <a:pt x="806571" y="59690"/>
                    <a:pt x="823081" y="58420"/>
                  </a:cubicBezTo>
                  <a:cubicBezTo>
                    <a:pt x="837051" y="55880"/>
                    <a:pt x="852291" y="60960"/>
                    <a:pt x="863721" y="69850"/>
                  </a:cubicBezTo>
                  <a:cubicBezTo>
                    <a:pt x="876421" y="81280"/>
                    <a:pt x="890391" y="107950"/>
                    <a:pt x="891661" y="124460"/>
                  </a:cubicBezTo>
                  <a:cubicBezTo>
                    <a:pt x="892931" y="138430"/>
                    <a:pt x="886581" y="153670"/>
                    <a:pt x="877691" y="163830"/>
                  </a:cubicBezTo>
                  <a:cubicBezTo>
                    <a:pt x="870071" y="175260"/>
                    <a:pt x="863721" y="181610"/>
                    <a:pt x="843401" y="187960"/>
                  </a:cubicBezTo>
                  <a:cubicBezTo>
                    <a:pt x="753231" y="212090"/>
                    <a:pt x="161411" y="167640"/>
                    <a:pt x="62351" y="140970"/>
                  </a:cubicBezTo>
                  <a:cubicBezTo>
                    <a:pt x="36951" y="133350"/>
                    <a:pt x="28061" y="128270"/>
                    <a:pt x="17901" y="116840"/>
                  </a:cubicBezTo>
                  <a:cubicBezTo>
                    <a:pt x="7741" y="105410"/>
                    <a:pt x="-1149" y="86360"/>
                    <a:pt x="121" y="71120"/>
                  </a:cubicBezTo>
                  <a:cubicBezTo>
                    <a:pt x="1391" y="52070"/>
                    <a:pt x="15361" y="24130"/>
                    <a:pt x="30601" y="12700"/>
                  </a:cubicBezTo>
                  <a:cubicBezTo>
                    <a:pt x="43301" y="2540"/>
                    <a:pt x="78861" y="0"/>
                    <a:pt x="78861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DAHAogwMcKM</dc:identifier>
  <dcterms:modified xsi:type="dcterms:W3CDTF">2011-08-01T06:04:30Z</dcterms:modified>
  <cp:revision>1</cp:revision>
  <dc:title>Your paragraph text</dc:title>
</cp:coreProperties>
</file>